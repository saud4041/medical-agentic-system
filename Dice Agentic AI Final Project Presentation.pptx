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1" r:id="rId2"/>
    <p:sldMasterId id="2147483653" r:id="rId3"/>
  </p:sldMasterIdLst>
  <p:sldIdLst>
    <p:sldId id="256" r:id="rId4"/>
    <p:sldId id="261" r:id="rId5"/>
    <p:sldId id="266" r:id="rId6"/>
    <p:sldId id="303" r:id="rId7"/>
    <p:sldId id="305" r:id="rId8"/>
    <p:sldId id="304" r:id="rId9"/>
    <p:sldId id="306" r:id="rId10"/>
    <p:sldId id="307" r:id="rId11"/>
    <p:sldId id="301" r:id="rId12"/>
    <p:sldId id="265" r:id="rId13"/>
    <p:sldId id="264" r:id="rId14"/>
    <p:sldId id="308" r:id="rId15"/>
    <p:sldId id="302" r:id="rId16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47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4443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 varScale="1">
        <p:scale>
          <a:sx n="85" d="100"/>
          <a:sy n="85" d="100"/>
        </p:scale>
        <p:origin x="740" y="56"/>
      </p:cViewPr>
      <p:guideLst>
        <p:guide orient="horz" pos="1847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004048" y="3003798"/>
            <a:ext cx="3888432" cy="1152129"/>
          </a:xfrm>
          <a:prstGeom prst="rect">
            <a:avLst/>
          </a:prstGeo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 sz="3600" b="1" baseline="0">
                <a:solidFill>
                  <a:schemeClr val="accent2"/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>
                <a:ea typeface="+mn-ea"/>
              </a:rPr>
              <a:t>FREE PPT TEMPLATES</a:t>
            </a:r>
            <a:endParaRPr lang="en-US" altLang="ko-KR" b="1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003900" y="4155926"/>
            <a:ext cx="3888432" cy="504056"/>
          </a:xfrm>
          <a:prstGeom prst="rect">
            <a:avLst/>
          </a:prstGeo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 sz="1200" b="0" baseline="0">
                <a:solidFill>
                  <a:schemeClr val="accent2"/>
                </a:solidFill>
                <a:latin typeface="+mn-lt"/>
                <a:cs typeface="Arial" pitchFamily="34" charset="0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200" b="1" dirty="0"/>
              <a:t>INSERT THE TITLE </a:t>
            </a:r>
          </a:p>
          <a:p>
            <a:pPr>
              <a:spcBef>
                <a:spcPts val="0"/>
              </a:spcBef>
              <a:defRPr/>
            </a:pPr>
            <a:r>
              <a:rPr lang="en-US" altLang="ko-KR" sz="1200" b="1" dirty="0"/>
              <a:t>OF YOUR PRESENTATION HERE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4162736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3363838"/>
            <a:ext cx="9144000" cy="1440160"/>
          </a:xfrm>
          <a:prstGeom prst="rect">
            <a:avLst/>
          </a:prstGeom>
          <a:solidFill>
            <a:schemeClr val="accent1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3587482"/>
            <a:ext cx="9144000" cy="57606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accent2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-148" y="4235554"/>
            <a:ext cx="9144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accent2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</p:spTree>
    <p:extLst>
      <p:ext uri="{BB962C8B-B14F-4D97-AF65-F5344CB8AC3E}">
        <p14:creationId xmlns:p14="http://schemas.microsoft.com/office/powerpoint/2010/main" val="922477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">
    <p:bg>
      <p:bgPr>
        <a:solidFill>
          <a:srgbClr val="444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0" y="4059"/>
            <a:ext cx="3856106" cy="5135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5712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8" y="153958"/>
            <a:ext cx="6408712" cy="576064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3600" b="0" baseline="0">
                <a:solidFill>
                  <a:schemeClr val="accent2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</p:spTree>
    <p:extLst>
      <p:ext uri="{BB962C8B-B14F-4D97-AF65-F5344CB8AC3E}">
        <p14:creationId xmlns:p14="http://schemas.microsoft.com/office/powerpoint/2010/main" val="3129044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1979712" y="153958"/>
            <a:ext cx="6984776" cy="576064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3600" b="0" baseline="0">
                <a:solidFill>
                  <a:schemeClr val="accent2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</p:spTree>
    <p:extLst>
      <p:ext uri="{BB962C8B-B14F-4D97-AF65-F5344CB8AC3E}">
        <p14:creationId xmlns:p14="http://schemas.microsoft.com/office/powerpoint/2010/main" val="2602921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asic Layou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5395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accent2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699542"/>
            <a:ext cx="9144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accent2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</p:spTree>
    <p:extLst>
      <p:ext uri="{BB962C8B-B14F-4D97-AF65-F5344CB8AC3E}">
        <p14:creationId xmlns:p14="http://schemas.microsoft.com/office/powerpoint/2010/main" val="15034184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asic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>
              <a:alpha val="7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5395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accent2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699542"/>
            <a:ext cx="9144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accent2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</p:spTree>
    <p:extLst>
      <p:ext uri="{BB962C8B-B14F-4D97-AF65-F5344CB8AC3E}">
        <p14:creationId xmlns:p14="http://schemas.microsoft.com/office/powerpoint/2010/main" val="22820589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asic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>
              <a:alpha val="8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5395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accent2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699542"/>
            <a:ext cx="9144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accent2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</p:spTree>
    <p:extLst>
      <p:ext uri="{BB962C8B-B14F-4D97-AF65-F5344CB8AC3E}">
        <p14:creationId xmlns:p14="http://schemas.microsoft.com/office/powerpoint/2010/main" val="2037647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Basic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2">
              <a:alpha val="8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5395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699542"/>
            <a:ext cx="9144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</p:spTree>
    <p:extLst>
      <p:ext uri="{BB962C8B-B14F-4D97-AF65-F5344CB8AC3E}">
        <p14:creationId xmlns:p14="http://schemas.microsoft.com/office/powerpoint/2010/main" val="3238364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asic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>
              <a:alpha val="7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2919522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accent2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3501681"/>
            <a:ext cx="9144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accent2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5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887924" y="1089585"/>
            <a:ext cx="1368152" cy="148216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9005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asic Layou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5395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accent2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699542"/>
            <a:ext cx="9144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accent2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5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23528" y="1341082"/>
            <a:ext cx="1440160" cy="1252711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accent4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1907704" y="1341082"/>
            <a:ext cx="1440160" cy="1252711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accent4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3491880" y="1341082"/>
            <a:ext cx="1440160" cy="1252711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accent4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8" name="Picture Placeholder 2"/>
          <p:cNvSpPr>
            <a:spLocks noGrp="1"/>
          </p:cNvSpPr>
          <p:nvPr>
            <p:ph type="pic" idx="14" hasCustomPrompt="1"/>
          </p:nvPr>
        </p:nvSpPr>
        <p:spPr>
          <a:xfrm>
            <a:off x="5076056" y="1341082"/>
            <a:ext cx="1440160" cy="1252711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accent4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9" name="Picture Placeholder 2"/>
          <p:cNvSpPr>
            <a:spLocks noGrp="1"/>
          </p:cNvSpPr>
          <p:nvPr>
            <p:ph type="pic" idx="15" hasCustomPrompt="1"/>
          </p:nvPr>
        </p:nvSpPr>
        <p:spPr>
          <a:xfrm>
            <a:off x="2599209" y="3147814"/>
            <a:ext cx="1440160" cy="1252711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accent2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1" name="Picture Placeholder 2"/>
          <p:cNvSpPr>
            <a:spLocks noGrp="1"/>
          </p:cNvSpPr>
          <p:nvPr>
            <p:ph type="pic" idx="16" hasCustomPrompt="1"/>
          </p:nvPr>
        </p:nvSpPr>
        <p:spPr>
          <a:xfrm>
            <a:off x="4183385" y="3147814"/>
            <a:ext cx="1440160" cy="1252711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accent2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2" name="Picture Placeholder 2"/>
          <p:cNvSpPr>
            <a:spLocks noGrp="1"/>
          </p:cNvSpPr>
          <p:nvPr>
            <p:ph type="pic" idx="17" hasCustomPrompt="1"/>
          </p:nvPr>
        </p:nvSpPr>
        <p:spPr>
          <a:xfrm>
            <a:off x="5767561" y="3147814"/>
            <a:ext cx="1440160" cy="1252711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accent2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3" name="Picture Placeholder 2"/>
          <p:cNvSpPr>
            <a:spLocks noGrp="1"/>
          </p:cNvSpPr>
          <p:nvPr>
            <p:ph type="pic" idx="18" hasCustomPrompt="1"/>
          </p:nvPr>
        </p:nvSpPr>
        <p:spPr>
          <a:xfrm>
            <a:off x="7351737" y="3147814"/>
            <a:ext cx="1440160" cy="1252711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accent2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25094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s and Contents Layou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357557" y="286543"/>
            <a:ext cx="2196000" cy="2196000"/>
          </a:xfrm>
          <a:prstGeom prst="diamond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4172774" y="1476771"/>
            <a:ext cx="2196000" cy="2196000"/>
          </a:xfrm>
          <a:prstGeom prst="diamond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5357557" y="2662807"/>
            <a:ext cx="2196000" cy="2196000"/>
          </a:xfrm>
          <a:prstGeom prst="diamond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8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6542340" y="1476771"/>
            <a:ext cx="2196000" cy="2196000"/>
          </a:xfrm>
          <a:prstGeom prst="diamond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159670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s and Contents Layou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56295" y="195486"/>
            <a:ext cx="1944216" cy="46805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2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4676775" y="195486"/>
            <a:ext cx="1944216" cy="46805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33784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mages and Contents Layou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467544" y="360041"/>
            <a:ext cx="3168352" cy="31478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3779912" y="360041"/>
            <a:ext cx="4752528" cy="172207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4" hasCustomPrompt="1"/>
          </p:nvPr>
        </p:nvSpPr>
        <p:spPr>
          <a:xfrm>
            <a:off x="3779912" y="2211711"/>
            <a:ext cx="1476000" cy="129614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9" name="Picture Placeholder 2"/>
          <p:cNvSpPr>
            <a:spLocks noGrp="1"/>
          </p:cNvSpPr>
          <p:nvPr>
            <p:ph type="pic" idx="16" hasCustomPrompt="1"/>
          </p:nvPr>
        </p:nvSpPr>
        <p:spPr>
          <a:xfrm>
            <a:off x="5418176" y="2211711"/>
            <a:ext cx="1476000" cy="129614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2" name="Picture Placeholder 2"/>
          <p:cNvSpPr>
            <a:spLocks noGrp="1"/>
          </p:cNvSpPr>
          <p:nvPr>
            <p:ph type="pic" idx="17" hasCustomPrompt="1"/>
          </p:nvPr>
        </p:nvSpPr>
        <p:spPr>
          <a:xfrm>
            <a:off x="7056440" y="2211711"/>
            <a:ext cx="1476000" cy="129614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401104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Images and Contents Layou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81632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IMAGES &amp; CONTENTS</a:t>
            </a:r>
          </a:p>
        </p:txBody>
      </p:sp>
      <p:sp>
        <p:nvSpPr>
          <p:cNvPr id="5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3779912" y="920899"/>
            <a:ext cx="4752528" cy="172207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Picture Placeholder 2"/>
          <p:cNvSpPr>
            <a:spLocks noGrp="1"/>
          </p:cNvSpPr>
          <p:nvPr>
            <p:ph type="pic" idx="14" hasCustomPrompt="1"/>
          </p:nvPr>
        </p:nvSpPr>
        <p:spPr>
          <a:xfrm>
            <a:off x="3779912" y="3147814"/>
            <a:ext cx="4752528" cy="172207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2" name="Rectangle 1"/>
          <p:cNvSpPr/>
          <p:nvPr userDrawn="1"/>
        </p:nvSpPr>
        <p:spPr>
          <a:xfrm>
            <a:off x="590550" y="915566"/>
            <a:ext cx="3117354" cy="3960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12194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Images and Contents Layout">
    <p:bg>
      <p:bgPr>
        <a:solidFill>
          <a:srgbClr val="444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0" y="339502"/>
            <a:ext cx="6084168" cy="21602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latin typeface="Arial" pitchFamily="34" charset="0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Picture Placeholder 2"/>
          <p:cNvSpPr>
            <a:spLocks noGrp="1"/>
          </p:cNvSpPr>
          <p:nvPr>
            <p:ph type="pic" idx="14" hasCustomPrompt="1"/>
          </p:nvPr>
        </p:nvSpPr>
        <p:spPr>
          <a:xfrm>
            <a:off x="3059832" y="2624708"/>
            <a:ext cx="6084168" cy="21602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latin typeface="Arial" pitchFamily="34" charset="0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31661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Images and Contents Layou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81632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IMAGES &amp; CONTENTS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757696"/>
            <a:ext cx="9144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5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539552" y="1131590"/>
            <a:ext cx="4032448" cy="21602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539552" y="3291830"/>
            <a:ext cx="1656184" cy="144016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4" hasCustomPrompt="1"/>
          </p:nvPr>
        </p:nvSpPr>
        <p:spPr>
          <a:xfrm>
            <a:off x="2267744" y="3377692"/>
            <a:ext cx="2304256" cy="135429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864673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Images and Contents Layou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81632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IMAGES &amp; CONTENTS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757696"/>
            <a:ext cx="9144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5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429444" y="1203598"/>
            <a:ext cx="4104456" cy="172851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5" hasCustomPrompt="1"/>
          </p:nvPr>
        </p:nvSpPr>
        <p:spPr>
          <a:xfrm>
            <a:off x="4644008" y="1203598"/>
            <a:ext cx="4104456" cy="172851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8" name="Picture Placeholder 2"/>
          <p:cNvSpPr>
            <a:spLocks noGrp="1"/>
          </p:cNvSpPr>
          <p:nvPr>
            <p:ph type="pic" idx="16" hasCustomPrompt="1"/>
          </p:nvPr>
        </p:nvSpPr>
        <p:spPr>
          <a:xfrm>
            <a:off x="4644008" y="3060973"/>
            <a:ext cx="4104456" cy="172851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2" name="Rectangle 1"/>
          <p:cNvSpPr/>
          <p:nvPr userDrawn="1"/>
        </p:nvSpPr>
        <p:spPr>
          <a:xfrm>
            <a:off x="429900" y="3061296"/>
            <a:ext cx="4104000" cy="172819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83033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mages and Contents Layou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81632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IMAGES &amp; CONTENTS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757696"/>
            <a:ext cx="9144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5" name="Rectangle 4"/>
          <p:cNvSpPr/>
          <p:nvPr userDrawn="1"/>
        </p:nvSpPr>
        <p:spPr>
          <a:xfrm>
            <a:off x="-9526" y="1183060"/>
            <a:ext cx="9153525" cy="3960440"/>
          </a:xfrm>
          <a:custGeom>
            <a:avLst/>
            <a:gdLst>
              <a:gd name="connsiteX0" fmla="*/ 0 w 9144000"/>
              <a:gd name="connsiteY0" fmla="*/ 0 h 3960440"/>
              <a:gd name="connsiteX1" fmla="*/ 9144000 w 9144000"/>
              <a:gd name="connsiteY1" fmla="*/ 0 h 3960440"/>
              <a:gd name="connsiteX2" fmla="*/ 9144000 w 9144000"/>
              <a:gd name="connsiteY2" fmla="*/ 3960440 h 3960440"/>
              <a:gd name="connsiteX3" fmla="*/ 0 w 9144000"/>
              <a:gd name="connsiteY3" fmla="*/ 3960440 h 3960440"/>
              <a:gd name="connsiteX4" fmla="*/ 0 w 9144000"/>
              <a:gd name="connsiteY4" fmla="*/ 0 h 3960440"/>
              <a:gd name="connsiteX0" fmla="*/ 0 w 9153525"/>
              <a:gd name="connsiteY0" fmla="*/ 3276600 h 3960440"/>
              <a:gd name="connsiteX1" fmla="*/ 9153525 w 9153525"/>
              <a:gd name="connsiteY1" fmla="*/ 0 h 3960440"/>
              <a:gd name="connsiteX2" fmla="*/ 9153525 w 9153525"/>
              <a:gd name="connsiteY2" fmla="*/ 3960440 h 3960440"/>
              <a:gd name="connsiteX3" fmla="*/ 9525 w 9153525"/>
              <a:gd name="connsiteY3" fmla="*/ 3960440 h 3960440"/>
              <a:gd name="connsiteX4" fmla="*/ 0 w 9153525"/>
              <a:gd name="connsiteY4" fmla="*/ 3276600 h 39604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53525" h="3960440">
                <a:moveTo>
                  <a:pt x="0" y="3276600"/>
                </a:moveTo>
                <a:lnTo>
                  <a:pt x="9153525" y="0"/>
                </a:lnTo>
                <a:lnTo>
                  <a:pt x="9153525" y="3960440"/>
                </a:lnTo>
                <a:lnTo>
                  <a:pt x="9525" y="3960440"/>
                </a:lnTo>
                <a:lnTo>
                  <a:pt x="0" y="32766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6" name="Picture 2" descr="D:\Fullppt\PNG이미지\핸드폰2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7798" y="777418"/>
            <a:ext cx="3373328" cy="4085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6516216" y="915566"/>
            <a:ext cx="1945465" cy="300514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5151286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Images and Contents Layou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D:\Fullppt\005-PNG이미지\모니터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3312" y="2730636"/>
            <a:ext cx="2040674" cy="20347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D:\Fullppt\005-PNG이미지\모니터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5342" y="2730636"/>
            <a:ext cx="2040674" cy="20347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Picture Placeholder 2"/>
          <p:cNvSpPr>
            <a:spLocks noGrp="1"/>
          </p:cNvSpPr>
          <p:nvPr>
            <p:ph type="pic" idx="14" hasCustomPrompt="1"/>
          </p:nvPr>
        </p:nvSpPr>
        <p:spPr>
          <a:xfrm>
            <a:off x="2752750" y="2812503"/>
            <a:ext cx="1874748" cy="127322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3" name="Picture Placeholder 2"/>
          <p:cNvSpPr>
            <a:spLocks noGrp="1"/>
          </p:cNvSpPr>
          <p:nvPr>
            <p:ph type="pic" idx="16" hasCustomPrompt="1"/>
          </p:nvPr>
        </p:nvSpPr>
        <p:spPr>
          <a:xfrm>
            <a:off x="6881512" y="2812503"/>
            <a:ext cx="1874748" cy="127322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2" name="Picture Placeholder 2"/>
          <p:cNvSpPr>
            <a:spLocks noGrp="1"/>
          </p:cNvSpPr>
          <p:nvPr>
            <p:ph type="pic" idx="15" hasCustomPrompt="1"/>
          </p:nvPr>
        </p:nvSpPr>
        <p:spPr>
          <a:xfrm>
            <a:off x="4576763" y="2331939"/>
            <a:ext cx="2346784" cy="16057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71127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apes sets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242646" y="92609"/>
            <a:ext cx="8679898" cy="54318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50" b="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Fully Editable Shapes</a:t>
            </a:r>
          </a:p>
        </p:txBody>
      </p:sp>
    </p:spTree>
    <p:extLst>
      <p:ext uri="{BB962C8B-B14F-4D97-AF65-F5344CB8AC3E}">
        <p14:creationId xmlns:p14="http://schemas.microsoft.com/office/powerpoint/2010/main" val="19552144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 se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2347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SETS LAYOUT</a:t>
            </a:r>
          </a:p>
        </p:txBody>
      </p:sp>
      <p:sp>
        <p:nvSpPr>
          <p:cNvPr id="11" name="Rounded Rectangle 10"/>
          <p:cNvSpPr/>
          <p:nvPr userDrawn="1"/>
        </p:nvSpPr>
        <p:spPr>
          <a:xfrm>
            <a:off x="354008" y="1131589"/>
            <a:ext cx="2849840" cy="3649171"/>
          </a:xfrm>
          <a:prstGeom prst="roundRect">
            <a:avLst>
              <a:gd name="adj" fmla="val 3968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Rounded Rectangle 16"/>
          <p:cNvSpPr/>
          <p:nvPr userDrawn="1"/>
        </p:nvSpPr>
        <p:spPr>
          <a:xfrm>
            <a:off x="531932" y="1347500"/>
            <a:ext cx="108520" cy="3240473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8" name="Half Frame 17"/>
          <p:cNvSpPr/>
          <p:nvPr userDrawn="1"/>
        </p:nvSpPr>
        <p:spPr>
          <a:xfrm rot="5400000">
            <a:off x="2592642" y="1238201"/>
            <a:ext cx="502331" cy="502331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818220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 userDrawn="1"/>
        </p:nvSpPr>
        <p:spPr>
          <a:xfrm>
            <a:off x="4860032" y="987574"/>
            <a:ext cx="3168352" cy="3168352"/>
          </a:xfrm>
          <a:prstGeom prst="ellipse">
            <a:avLst/>
          </a:prstGeom>
          <a:solidFill>
            <a:schemeClr val="accent1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860032" y="1851670"/>
            <a:ext cx="3168352" cy="10081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600" b="0" baseline="0">
                <a:solidFill>
                  <a:schemeClr val="accent2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SECTION BREAK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860032" y="2859782"/>
            <a:ext cx="3168352" cy="504056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baseline="0">
                <a:solidFill>
                  <a:schemeClr val="accent2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</a:t>
            </a:r>
          </a:p>
          <a:p>
            <a:pPr lvl="0"/>
            <a:r>
              <a:rPr lang="en-US" altLang="ko-KR" dirty="0"/>
              <a:t>of your subtitle Here</a:t>
            </a:r>
          </a:p>
        </p:txBody>
      </p:sp>
    </p:spTree>
    <p:extLst>
      <p:ext uri="{BB962C8B-B14F-4D97-AF65-F5344CB8AC3E}">
        <p14:creationId xmlns:p14="http://schemas.microsoft.com/office/powerpoint/2010/main" val="1738235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5.xml"/><Relationship Id="rId1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5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4.xml"/><Relationship Id="rId16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22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12.xml"/><Relationship Id="rId19" Type="http://schemas.openxmlformats.org/officeDocument/2006/relationships/slideLayout" Target="../slideLayouts/slideLayout21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6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6683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7555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52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72" r:id="rId8"/>
    <p:sldLayoutId id="2147483676" r:id="rId9"/>
    <p:sldLayoutId id="2147483655" r:id="rId10"/>
    <p:sldLayoutId id="2147483665" r:id="rId11"/>
    <p:sldLayoutId id="2147483666" r:id="rId12"/>
    <p:sldLayoutId id="2147483667" r:id="rId13"/>
    <p:sldLayoutId id="2147483668" r:id="rId14"/>
    <p:sldLayoutId id="2147483670" r:id="rId15"/>
    <p:sldLayoutId id="2147483671" r:id="rId16"/>
    <p:sldLayoutId id="2147483669" r:id="rId17"/>
    <p:sldLayoutId id="2147483675" r:id="rId18"/>
    <p:sldLayoutId id="2147483677" r:id="rId19"/>
    <p:sldLayoutId id="2147483656" r:id="rId20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4710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>
                <a:ea typeface="맑은 고딕" pitchFamily="50" charset="-127"/>
              </a:rPr>
              <a:t>Agentic AI System Project</a:t>
            </a:r>
            <a:endParaRPr lang="en-US" altLang="ko-KR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>
              <a:spcBef>
                <a:spcPts val="0"/>
              </a:spcBef>
              <a:defRPr/>
            </a:pPr>
            <a:r>
              <a:rPr lang="en-US" altLang="ko-KR" b="1" dirty="0"/>
              <a:t>Student: Saud Ur-Rehman</a:t>
            </a:r>
          </a:p>
          <a:p>
            <a:pPr>
              <a:spcBef>
                <a:spcPts val="0"/>
              </a:spcBef>
              <a:defRPr/>
            </a:pPr>
            <a:r>
              <a:rPr lang="en-US" altLang="ko-KR" b="1" dirty="0"/>
              <a:t>Institute: Dice Analytics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18413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 txBox="1">
            <a:spLocks/>
          </p:cNvSpPr>
          <p:nvPr/>
        </p:nvSpPr>
        <p:spPr>
          <a:xfrm>
            <a:off x="4032448" y="339502"/>
            <a:ext cx="5111552" cy="576064"/>
          </a:xfrm>
          <a:prstGeom prst="rect">
            <a:avLst/>
          </a:prstGeom>
        </p:spPr>
        <p:txBody>
          <a:bodyPr anchor="ctr"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dirty="0">
                <a:solidFill>
                  <a:schemeClr val="accent2"/>
                </a:solidFill>
                <a:cs typeface="Arial" pitchFamily="34" charset="0"/>
              </a:rPr>
              <a:t>Project Goals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3480374" y="1203598"/>
            <a:ext cx="5328592" cy="755937"/>
            <a:chOff x="3414539" y="1203598"/>
            <a:chExt cx="5328592" cy="755937"/>
          </a:xfrm>
        </p:grpSpPr>
        <p:grpSp>
          <p:nvGrpSpPr>
            <p:cNvPr id="13" name="Group 12"/>
            <p:cNvGrpSpPr/>
            <p:nvPr/>
          </p:nvGrpSpPr>
          <p:grpSpPr>
            <a:xfrm>
              <a:off x="3414539" y="1203598"/>
              <a:ext cx="3816400" cy="576064"/>
              <a:chOff x="4572000" y="1743933"/>
              <a:chExt cx="3816400" cy="576064"/>
            </a:xfrm>
            <a:solidFill>
              <a:srgbClr val="FFC000"/>
            </a:solidFill>
          </p:grpSpPr>
          <p:sp>
            <p:nvSpPr>
              <p:cNvPr id="14" name="Rectangle 13"/>
              <p:cNvSpPr/>
              <p:nvPr/>
            </p:nvSpPr>
            <p:spPr>
              <a:xfrm>
                <a:off x="4788024" y="1743933"/>
                <a:ext cx="3384376" cy="576064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Isosceles Triangle 14"/>
              <p:cNvSpPr/>
              <p:nvPr/>
            </p:nvSpPr>
            <p:spPr>
              <a:xfrm rot="16200000">
                <a:off x="4392000" y="1923934"/>
                <a:ext cx="576000" cy="216000"/>
              </a:xfrm>
              <a:prstGeom prst="triangle">
                <a:avLst>
                  <a:gd name="adj" fmla="val 0"/>
                </a:avLst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Isosceles Triangle 15"/>
              <p:cNvSpPr/>
              <p:nvPr/>
            </p:nvSpPr>
            <p:spPr>
              <a:xfrm rot="5400000">
                <a:off x="7992400" y="1923933"/>
                <a:ext cx="576000" cy="216000"/>
              </a:xfrm>
              <a:prstGeom prst="triangle">
                <a:avLst>
                  <a:gd name="adj" fmla="val 0"/>
                </a:avLst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4314639" y="1383471"/>
              <a:ext cx="4428492" cy="576064"/>
              <a:chOff x="4572000" y="1743934"/>
              <a:chExt cx="4428492" cy="576064"/>
            </a:xfrm>
            <a:solidFill>
              <a:schemeClr val="bg1">
                <a:lumMod val="95000"/>
              </a:schemeClr>
            </a:solidFill>
          </p:grpSpPr>
          <p:sp>
            <p:nvSpPr>
              <p:cNvPr id="2" name="Rectangle 1"/>
              <p:cNvSpPr/>
              <p:nvPr/>
            </p:nvSpPr>
            <p:spPr>
              <a:xfrm>
                <a:off x="4788024" y="1743934"/>
                <a:ext cx="4212468" cy="5760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Isosceles Triangle 6"/>
              <p:cNvSpPr/>
              <p:nvPr/>
            </p:nvSpPr>
            <p:spPr>
              <a:xfrm rot="16200000">
                <a:off x="4392000" y="1923934"/>
                <a:ext cx="576000" cy="216000"/>
              </a:xfrm>
              <a:prstGeom prst="triangle">
                <a:avLst>
                  <a:gd name="adj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18" name="Group 17"/>
          <p:cNvGrpSpPr/>
          <p:nvPr/>
        </p:nvGrpSpPr>
        <p:grpSpPr>
          <a:xfrm>
            <a:off x="3122111" y="2111871"/>
            <a:ext cx="5328592" cy="755937"/>
            <a:chOff x="3414539" y="1203598"/>
            <a:chExt cx="5328592" cy="755937"/>
          </a:xfrm>
        </p:grpSpPr>
        <p:grpSp>
          <p:nvGrpSpPr>
            <p:cNvPr id="19" name="Group 18"/>
            <p:cNvGrpSpPr/>
            <p:nvPr/>
          </p:nvGrpSpPr>
          <p:grpSpPr>
            <a:xfrm>
              <a:off x="3414539" y="1203598"/>
              <a:ext cx="3816400" cy="576064"/>
              <a:chOff x="4572000" y="1743933"/>
              <a:chExt cx="3816400" cy="576064"/>
            </a:xfrm>
            <a:solidFill>
              <a:srgbClr val="FFC000"/>
            </a:solidFill>
          </p:grpSpPr>
          <p:sp>
            <p:nvSpPr>
              <p:cNvPr id="23" name="Rectangle 22"/>
              <p:cNvSpPr/>
              <p:nvPr/>
            </p:nvSpPr>
            <p:spPr>
              <a:xfrm>
                <a:off x="4788024" y="1743933"/>
                <a:ext cx="3384376" cy="576064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Isosceles Triangle 23"/>
              <p:cNvSpPr/>
              <p:nvPr/>
            </p:nvSpPr>
            <p:spPr>
              <a:xfrm rot="16200000">
                <a:off x="4392000" y="1923934"/>
                <a:ext cx="576000" cy="216000"/>
              </a:xfrm>
              <a:prstGeom prst="triangle">
                <a:avLst>
                  <a:gd name="adj" fmla="val 0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Isosceles Triangle 24"/>
              <p:cNvSpPr/>
              <p:nvPr/>
            </p:nvSpPr>
            <p:spPr>
              <a:xfrm rot="5400000">
                <a:off x="7992400" y="1923933"/>
                <a:ext cx="576000" cy="216000"/>
              </a:xfrm>
              <a:prstGeom prst="triangle">
                <a:avLst>
                  <a:gd name="adj" fmla="val 0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0" name="Group 19"/>
            <p:cNvGrpSpPr/>
            <p:nvPr/>
          </p:nvGrpSpPr>
          <p:grpSpPr>
            <a:xfrm>
              <a:off x="4314639" y="1383471"/>
              <a:ext cx="4428492" cy="576064"/>
              <a:chOff x="4572000" y="1743934"/>
              <a:chExt cx="4428492" cy="576064"/>
            </a:xfrm>
            <a:solidFill>
              <a:schemeClr val="bg1">
                <a:lumMod val="95000"/>
              </a:schemeClr>
            </a:solidFill>
          </p:grpSpPr>
          <p:sp>
            <p:nvSpPr>
              <p:cNvPr id="21" name="Rectangle 20"/>
              <p:cNvSpPr/>
              <p:nvPr/>
            </p:nvSpPr>
            <p:spPr>
              <a:xfrm>
                <a:off x="4788024" y="1743934"/>
                <a:ext cx="4212468" cy="5760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Isosceles Triangle 21"/>
              <p:cNvSpPr/>
              <p:nvPr/>
            </p:nvSpPr>
            <p:spPr>
              <a:xfrm rot="16200000">
                <a:off x="4392000" y="1923934"/>
                <a:ext cx="576000" cy="216000"/>
              </a:xfrm>
              <a:prstGeom prst="triangle">
                <a:avLst>
                  <a:gd name="adj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26" name="Group 25"/>
          <p:cNvGrpSpPr/>
          <p:nvPr/>
        </p:nvGrpSpPr>
        <p:grpSpPr>
          <a:xfrm>
            <a:off x="2763849" y="3020144"/>
            <a:ext cx="5328592" cy="755937"/>
            <a:chOff x="3414539" y="1203598"/>
            <a:chExt cx="5328592" cy="755937"/>
          </a:xfrm>
        </p:grpSpPr>
        <p:grpSp>
          <p:nvGrpSpPr>
            <p:cNvPr id="27" name="Group 26"/>
            <p:cNvGrpSpPr/>
            <p:nvPr/>
          </p:nvGrpSpPr>
          <p:grpSpPr>
            <a:xfrm>
              <a:off x="3414539" y="1203598"/>
              <a:ext cx="3816400" cy="576064"/>
              <a:chOff x="4572000" y="1743933"/>
              <a:chExt cx="3816400" cy="576064"/>
            </a:xfrm>
            <a:solidFill>
              <a:srgbClr val="FFC000"/>
            </a:solidFill>
          </p:grpSpPr>
          <p:sp>
            <p:nvSpPr>
              <p:cNvPr id="31" name="Rectangle 30"/>
              <p:cNvSpPr/>
              <p:nvPr/>
            </p:nvSpPr>
            <p:spPr>
              <a:xfrm>
                <a:off x="4788024" y="1743933"/>
                <a:ext cx="3384376" cy="576064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Isosceles Triangle 31"/>
              <p:cNvSpPr/>
              <p:nvPr/>
            </p:nvSpPr>
            <p:spPr>
              <a:xfrm rot="16200000">
                <a:off x="4392000" y="1923934"/>
                <a:ext cx="576000" cy="216000"/>
              </a:xfrm>
              <a:prstGeom prst="triangle">
                <a:avLst>
                  <a:gd name="adj" fmla="val 0"/>
                </a:avLst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" name="Isosceles Triangle 32"/>
              <p:cNvSpPr/>
              <p:nvPr/>
            </p:nvSpPr>
            <p:spPr>
              <a:xfrm rot="5400000">
                <a:off x="7992400" y="1923933"/>
                <a:ext cx="576000" cy="216000"/>
              </a:xfrm>
              <a:prstGeom prst="triangle">
                <a:avLst>
                  <a:gd name="adj" fmla="val 0"/>
                </a:avLst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8" name="Group 27"/>
            <p:cNvGrpSpPr/>
            <p:nvPr/>
          </p:nvGrpSpPr>
          <p:grpSpPr>
            <a:xfrm>
              <a:off x="4314639" y="1383471"/>
              <a:ext cx="4428492" cy="576064"/>
              <a:chOff x="4572000" y="1743934"/>
              <a:chExt cx="4428492" cy="576064"/>
            </a:xfrm>
            <a:solidFill>
              <a:schemeClr val="bg1">
                <a:lumMod val="95000"/>
              </a:schemeClr>
            </a:solidFill>
          </p:grpSpPr>
          <p:sp>
            <p:nvSpPr>
              <p:cNvPr id="29" name="Rectangle 28"/>
              <p:cNvSpPr/>
              <p:nvPr/>
            </p:nvSpPr>
            <p:spPr>
              <a:xfrm>
                <a:off x="4788024" y="1743934"/>
                <a:ext cx="4212468" cy="5760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Isosceles Triangle 29"/>
              <p:cNvSpPr/>
              <p:nvPr/>
            </p:nvSpPr>
            <p:spPr>
              <a:xfrm rot="16200000">
                <a:off x="4392000" y="1923934"/>
                <a:ext cx="576000" cy="216000"/>
              </a:xfrm>
              <a:prstGeom prst="triangle">
                <a:avLst>
                  <a:gd name="adj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4" name="Group 33"/>
          <p:cNvGrpSpPr/>
          <p:nvPr/>
        </p:nvGrpSpPr>
        <p:grpSpPr>
          <a:xfrm>
            <a:off x="2405587" y="3928417"/>
            <a:ext cx="5328592" cy="755937"/>
            <a:chOff x="3414539" y="1203598"/>
            <a:chExt cx="5328592" cy="755937"/>
          </a:xfrm>
        </p:grpSpPr>
        <p:grpSp>
          <p:nvGrpSpPr>
            <p:cNvPr id="35" name="Group 34"/>
            <p:cNvGrpSpPr/>
            <p:nvPr/>
          </p:nvGrpSpPr>
          <p:grpSpPr>
            <a:xfrm>
              <a:off x="3414539" y="1203598"/>
              <a:ext cx="3816400" cy="576064"/>
              <a:chOff x="4572000" y="1743933"/>
              <a:chExt cx="3816400" cy="576064"/>
            </a:xfrm>
            <a:solidFill>
              <a:srgbClr val="FFC000"/>
            </a:solidFill>
          </p:grpSpPr>
          <p:sp>
            <p:nvSpPr>
              <p:cNvPr id="39" name="Rectangle 38"/>
              <p:cNvSpPr/>
              <p:nvPr/>
            </p:nvSpPr>
            <p:spPr>
              <a:xfrm>
                <a:off x="4788024" y="1743933"/>
                <a:ext cx="3384376" cy="576064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40" name="Isosceles Triangle 39"/>
              <p:cNvSpPr/>
              <p:nvPr/>
            </p:nvSpPr>
            <p:spPr>
              <a:xfrm rot="16200000">
                <a:off x="4392000" y="1923934"/>
                <a:ext cx="576000" cy="216000"/>
              </a:xfrm>
              <a:prstGeom prst="triangle">
                <a:avLst>
                  <a:gd name="adj" fmla="val 0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Isosceles Triangle 40"/>
              <p:cNvSpPr/>
              <p:nvPr/>
            </p:nvSpPr>
            <p:spPr>
              <a:xfrm rot="5400000">
                <a:off x="7992400" y="1923933"/>
                <a:ext cx="576000" cy="216000"/>
              </a:xfrm>
              <a:prstGeom prst="triangle">
                <a:avLst>
                  <a:gd name="adj" fmla="val 0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6" name="Group 35"/>
            <p:cNvGrpSpPr/>
            <p:nvPr/>
          </p:nvGrpSpPr>
          <p:grpSpPr>
            <a:xfrm>
              <a:off x="4314639" y="1383471"/>
              <a:ext cx="4428492" cy="576064"/>
              <a:chOff x="4572000" y="1743934"/>
              <a:chExt cx="4428492" cy="576064"/>
            </a:xfrm>
            <a:solidFill>
              <a:schemeClr val="bg1">
                <a:lumMod val="95000"/>
              </a:schemeClr>
            </a:solidFill>
          </p:grpSpPr>
          <p:sp>
            <p:nvSpPr>
              <p:cNvPr id="37" name="Rectangle 36"/>
              <p:cNvSpPr/>
              <p:nvPr/>
            </p:nvSpPr>
            <p:spPr>
              <a:xfrm>
                <a:off x="4788024" y="1743934"/>
                <a:ext cx="4212468" cy="5760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Isosceles Triangle 37"/>
              <p:cNvSpPr/>
              <p:nvPr/>
            </p:nvSpPr>
            <p:spPr>
              <a:xfrm rot="16200000">
                <a:off x="4392000" y="1923934"/>
                <a:ext cx="576000" cy="216000"/>
              </a:xfrm>
              <a:prstGeom prst="triangle">
                <a:avLst>
                  <a:gd name="adj" fmla="val 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42" name="TextBox 41"/>
          <p:cNvSpPr txBox="1"/>
          <p:nvPr/>
        </p:nvSpPr>
        <p:spPr>
          <a:xfrm>
            <a:off x="3695748" y="1260765"/>
            <a:ext cx="6085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01</a:t>
            </a:r>
            <a:endParaRPr lang="ko-KR" altLang="en-US" sz="2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342756" y="2169038"/>
            <a:ext cx="6085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02</a:t>
            </a:r>
            <a:endParaRPr lang="ko-KR" altLang="en-US" sz="2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2989765" y="3077311"/>
            <a:ext cx="6085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03</a:t>
            </a:r>
            <a:endParaRPr lang="ko-KR" altLang="en-US" sz="2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636774" y="3985584"/>
            <a:ext cx="6085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04</a:t>
            </a:r>
            <a:endParaRPr lang="ko-KR" altLang="en-US" sz="2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733779" y="1402521"/>
            <a:ext cx="37169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Professional Project Setup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380474" y="2314068"/>
            <a:ext cx="37169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Local LLM Setup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027169" y="3225615"/>
            <a:ext cx="37169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SQLite with Vector Database setup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673864" y="4137162"/>
            <a:ext cx="37169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Streamlit with Langflow setup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8" name="Block Arc 14"/>
          <p:cNvSpPr/>
          <p:nvPr/>
        </p:nvSpPr>
        <p:spPr>
          <a:xfrm rot="16200000">
            <a:off x="8280667" y="1501355"/>
            <a:ext cx="340071" cy="340295"/>
          </a:xfrm>
          <a:custGeom>
            <a:avLst/>
            <a:gdLst/>
            <a:ahLst/>
            <a:cxnLst/>
            <a:rect l="l" t="t" r="r" b="b"/>
            <a:pathLst>
              <a:path w="3185463" h="3187558">
                <a:moveTo>
                  <a:pt x="764000" y="2343999"/>
                </a:moveTo>
                <a:cubicBezTo>
                  <a:pt x="566798" y="2256389"/>
                  <a:pt x="385374" y="2134753"/>
                  <a:pt x="230072" y="1981662"/>
                </a:cubicBezTo>
                <a:cubicBezTo>
                  <a:pt x="297001" y="2223876"/>
                  <a:pt x="428049" y="2439341"/>
                  <a:pt x="603989" y="2608945"/>
                </a:cubicBezTo>
                <a:cubicBezTo>
                  <a:pt x="667739" y="2525681"/>
                  <a:pt x="720588" y="2436567"/>
                  <a:pt x="764000" y="2343999"/>
                </a:cubicBezTo>
                <a:close/>
                <a:moveTo>
                  <a:pt x="783530" y="862903"/>
                </a:moveTo>
                <a:cubicBezTo>
                  <a:pt x="737619" y="760936"/>
                  <a:pt x="681240" y="662513"/>
                  <a:pt x="611676" y="571152"/>
                </a:cubicBezTo>
                <a:cubicBezTo>
                  <a:pt x="419218" y="754019"/>
                  <a:pt x="279227" y="991173"/>
                  <a:pt x="215545" y="1258034"/>
                </a:cubicBezTo>
                <a:cubicBezTo>
                  <a:pt x="378729" y="1090139"/>
                  <a:pt x="571934" y="956907"/>
                  <a:pt x="783530" y="862903"/>
                </a:cubicBezTo>
                <a:close/>
                <a:moveTo>
                  <a:pt x="935657" y="1673146"/>
                </a:moveTo>
                <a:lnTo>
                  <a:pt x="227023" y="1673146"/>
                </a:lnTo>
                <a:cubicBezTo>
                  <a:pt x="393068" y="1882941"/>
                  <a:pt x="605618" y="2045968"/>
                  <a:pt x="844267" y="2153109"/>
                </a:cubicBezTo>
                <a:cubicBezTo>
                  <a:pt x="897907" y="1997390"/>
                  <a:pt x="928862" y="1835739"/>
                  <a:pt x="935657" y="1673146"/>
                </a:cubicBezTo>
                <a:close/>
                <a:moveTo>
                  <a:pt x="935928" y="1493146"/>
                </a:moveTo>
                <a:cubicBezTo>
                  <a:pt x="928922" y="1345638"/>
                  <a:pt x="902278" y="1198995"/>
                  <a:pt x="856775" y="1056956"/>
                </a:cubicBezTo>
                <a:cubicBezTo>
                  <a:pt x="636768" y="1156959"/>
                  <a:pt x="439487" y="1304654"/>
                  <a:pt x="281464" y="1493146"/>
                </a:cubicBezTo>
                <a:close/>
                <a:moveTo>
                  <a:pt x="1469785" y="2515107"/>
                </a:moveTo>
                <a:cubicBezTo>
                  <a:pt x="1283000" y="2508124"/>
                  <a:pt x="1100523" y="2472287"/>
                  <a:pt x="927628" y="2411229"/>
                </a:cubicBezTo>
                <a:cubicBezTo>
                  <a:pt x="876831" y="2520843"/>
                  <a:pt x="814172" y="2626182"/>
                  <a:pt x="738220" y="2724387"/>
                </a:cubicBezTo>
                <a:cubicBezTo>
                  <a:pt x="944637" y="2881665"/>
                  <a:pt x="1196120" y="2982471"/>
                  <a:pt x="1469785" y="3005418"/>
                </a:cubicBezTo>
                <a:close/>
                <a:moveTo>
                  <a:pt x="1469785" y="1673146"/>
                </a:moveTo>
                <a:lnTo>
                  <a:pt x="1112275" y="1673146"/>
                </a:lnTo>
                <a:cubicBezTo>
                  <a:pt x="1105327" y="1858153"/>
                  <a:pt x="1070032" y="2042144"/>
                  <a:pt x="1008001" y="2219039"/>
                </a:cubicBezTo>
                <a:cubicBezTo>
                  <a:pt x="1155519" y="2270408"/>
                  <a:pt x="1310845" y="2300826"/>
                  <a:pt x="1469785" y="2307834"/>
                </a:cubicBezTo>
                <a:close/>
                <a:moveTo>
                  <a:pt x="1469785" y="898989"/>
                </a:moveTo>
                <a:cubicBezTo>
                  <a:pt x="1315103" y="907762"/>
                  <a:pt x="1164166" y="938783"/>
                  <a:pt x="1020939" y="990066"/>
                </a:cubicBezTo>
                <a:cubicBezTo>
                  <a:pt x="1074574" y="1153655"/>
                  <a:pt x="1105461" y="1322925"/>
                  <a:pt x="1112368" y="1493146"/>
                </a:cubicBezTo>
                <a:lnTo>
                  <a:pt x="1469785" y="1493146"/>
                </a:lnTo>
                <a:close/>
                <a:moveTo>
                  <a:pt x="1469785" y="182141"/>
                </a:moveTo>
                <a:cubicBezTo>
                  <a:pt x="1199839" y="204777"/>
                  <a:pt x="951477" y="303168"/>
                  <a:pt x="746615" y="456764"/>
                </a:cubicBezTo>
                <a:cubicBezTo>
                  <a:pt x="828296" y="562801"/>
                  <a:pt x="894225" y="677310"/>
                  <a:pt x="947434" y="796072"/>
                </a:cubicBezTo>
                <a:cubicBezTo>
                  <a:pt x="1113886" y="736067"/>
                  <a:pt x="1289644" y="700323"/>
                  <a:pt x="1469785" y="691530"/>
                </a:cubicBezTo>
                <a:close/>
                <a:moveTo>
                  <a:pt x="2150063" y="992171"/>
                </a:moveTo>
                <a:cubicBezTo>
                  <a:pt x="1990712" y="935501"/>
                  <a:pt x="1822242" y="902595"/>
                  <a:pt x="1649785" y="897224"/>
                </a:cubicBezTo>
                <a:lnTo>
                  <a:pt x="1649785" y="1493146"/>
                </a:lnTo>
                <a:lnTo>
                  <a:pt x="2063712" y="1493146"/>
                </a:lnTo>
                <a:cubicBezTo>
                  <a:pt x="2069089" y="1323887"/>
                  <a:pt x="2098366" y="1155330"/>
                  <a:pt x="2150063" y="992171"/>
                </a:cubicBezTo>
                <a:close/>
                <a:moveTo>
                  <a:pt x="2168848" y="2199110"/>
                </a:moveTo>
                <a:cubicBezTo>
                  <a:pt x="2108555" y="2028681"/>
                  <a:pt x="2073581" y="1851532"/>
                  <a:pt x="2065295" y="1673146"/>
                </a:cubicBezTo>
                <a:lnTo>
                  <a:pt x="1649785" y="1673146"/>
                </a:lnTo>
                <a:lnTo>
                  <a:pt x="1649785" y="2307299"/>
                </a:lnTo>
                <a:cubicBezTo>
                  <a:pt x="1829404" y="2299517"/>
                  <a:pt x="2004315" y="2261965"/>
                  <a:pt x="2168848" y="2199110"/>
                </a:cubicBezTo>
                <a:close/>
                <a:moveTo>
                  <a:pt x="2422394" y="446879"/>
                </a:moveTo>
                <a:cubicBezTo>
                  <a:pt x="2204309" y="287209"/>
                  <a:pt x="1938140" y="189883"/>
                  <a:pt x="1649785" y="178919"/>
                </a:cubicBezTo>
                <a:lnTo>
                  <a:pt x="1649785" y="689876"/>
                </a:lnTo>
                <a:cubicBezTo>
                  <a:pt x="1846998" y="695154"/>
                  <a:pt x="2039668" y="732502"/>
                  <a:pt x="2221721" y="797410"/>
                </a:cubicBezTo>
                <a:cubicBezTo>
                  <a:pt x="2275056" y="675360"/>
                  <a:pt x="2341760" y="557662"/>
                  <a:pt x="2422394" y="446879"/>
                </a:cubicBezTo>
                <a:close/>
                <a:moveTo>
                  <a:pt x="2447278" y="2722123"/>
                </a:moveTo>
                <a:cubicBezTo>
                  <a:pt x="2366121" y="2618714"/>
                  <a:pt x="2299534" y="2507403"/>
                  <a:pt x="2246145" y="2391362"/>
                </a:cubicBezTo>
                <a:cubicBezTo>
                  <a:pt x="2057375" y="2464119"/>
                  <a:pt x="1856285" y="2506958"/>
                  <a:pt x="1649785" y="2514779"/>
                </a:cubicBezTo>
                <a:lnTo>
                  <a:pt x="1649785" y="3008639"/>
                </a:lnTo>
                <a:cubicBezTo>
                  <a:pt x="1949198" y="2997255"/>
                  <a:pt x="2224691" y="2892757"/>
                  <a:pt x="2447278" y="2722123"/>
                </a:cubicBezTo>
                <a:close/>
                <a:moveTo>
                  <a:pt x="2878934" y="1493146"/>
                </a:moveTo>
                <a:cubicBezTo>
                  <a:pt x="2723190" y="1307255"/>
                  <a:pt x="2529440" y="1161128"/>
                  <a:pt x="2313862" y="1060620"/>
                </a:cubicBezTo>
                <a:cubicBezTo>
                  <a:pt x="2270535" y="1201714"/>
                  <a:pt x="2245604" y="1347104"/>
                  <a:pt x="2240109" y="1493146"/>
                </a:cubicBezTo>
                <a:close/>
                <a:moveTo>
                  <a:pt x="2890636" y="1673146"/>
                </a:moveTo>
                <a:lnTo>
                  <a:pt x="2241814" y="1673146"/>
                </a:lnTo>
                <a:cubicBezTo>
                  <a:pt x="2249736" y="1827102"/>
                  <a:pt x="2279520" y="1979973"/>
                  <a:pt x="2329964" y="2127513"/>
                </a:cubicBezTo>
                <a:cubicBezTo>
                  <a:pt x="2545677" y="2019923"/>
                  <a:pt x="2738160" y="1866413"/>
                  <a:pt x="2890636" y="1673146"/>
                </a:cubicBezTo>
                <a:close/>
                <a:moveTo>
                  <a:pt x="2973035" y="1284386"/>
                </a:moveTo>
                <a:cubicBezTo>
                  <a:pt x="2912066" y="1001840"/>
                  <a:pt x="2765308" y="751379"/>
                  <a:pt x="2561381" y="561108"/>
                </a:cubicBezTo>
                <a:cubicBezTo>
                  <a:pt x="2489321" y="656437"/>
                  <a:pt x="2431363" y="759225"/>
                  <a:pt x="2384553" y="865647"/>
                </a:cubicBezTo>
                <a:cubicBezTo>
                  <a:pt x="2604520" y="964977"/>
                  <a:pt x="2804622" y="1106677"/>
                  <a:pt x="2973035" y="1284386"/>
                </a:cubicBezTo>
                <a:close/>
                <a:moveTo>
                  <a:pt x="2974277" y="1897328"/>
                </a:moveTo>
                <a:cubicBezTo>
                  <a:pt x="2812488" y="2073933"/>
                  <a:pt x="2619878" y="2216690"/>
                  <a:pt x="2407486" y="2319665"/>
                </a:cubicBezTo>
                <a:cubicBezTo>
                  <a:pt x="2454169" y="2420503"/>
                  <a:pt x="2511856" y="2517376"/>
                  <a:pt x="2582047" y="2607468"/>
                </a:cubicBezTo>
                <a:cubicBezTo>
                  <a:pt x="2776399" y="2417974"/>
                  <a:pt x="2916061" y="2172750"/>
                  <a:pt x="2974277" y="1897328"/>
                </a:cubicBezTo>
                <a:close/>
                <a:moveTo>
                  <a:pt x="3185463" y="1593779"/>
                </a:moveTo>
                <a:cubicBezTo>
                  <a:pt x="3185463" y="2473999"/>
                  <a:pt x="2471904" y="3187558"/>
                  <a:pt x="1591684" y="3187558"/>
                </a:cubicBezTo>
                <a:cubicBezTo>
                  <a:pt x="738111" y="3187558"/>
                  <a:pt x="41261" y="2516549"/>
                  <a:pt x="1913" y="1673146"/>
                </a:cubicBezTo>
                <a:lnTo>
                  <a:pt x="0" y="1673146"/>
                </a:lnTo>
                <a:lnTo>
                  <a:pt x="0" y="1493146"/>
                </a:lnTo>
                <a:lnTo>
                  <a:pt x="2750" y="1493146"/>
                </a:lnTo>
                <a:cubicBezTo>
                  <a:pt x="50490" y="700174"/>
                  <a:pt x="679654" y="64473"/>
                  <a:pt x="1469785" y="6156"/>
                </a:cubicBezTo>
                <a:lnTo>
                  <a:pt x="1469785" y="0"/>
                </a:lnTo>
                <a:lnTo>
                  <a:pt x="1591684" y="0"/>
                </a:lnTo>
                <a:lnTo>
                  <a:pt x="1649785" y="0"/>
                </a:lnTo>
                <a:lnTo>
                  <a:pt x="1649785" y="2934"/>
                </a:lnTo>
                <a:cubicBezTo>
                  <a:pt x="2503127" y="31654"/>
                  <a:pt x="3185463" y="733032"/>
                  <a:pt x="3185463" y="1593779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9" name="Rectangle 36"/>
          <p:cNvSpPr/>
          <p:nvPr/>
        </p:nvSpPr>
        <p:spPr>
          <a:xfrm>
            <a:off x="7188774" y="4246095"/>
            <a:ext cx="365579" cy="305595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0" name="Rounded Rectangle 27"/>
          <p:cNvSpPr/>
          <p:nvPr/>
        </p:nvSpPr>
        <p:spPr>
          <a:xfrm>
            <a:off x="7583735" y="3382582"/>
            <a:ext cx="288032" cy="221248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1" name="Rounded Rectangle 25"/>
          <p:cNvSpPr/>
          <p:nvPr/>
        </p:nvSpPr>
        <p:spPr>
          <a:xfrm>
            <a:off x="7901149" y="2483804"/>
            <a:ext cx="350024" cy="256512"/>
          </a:xfrm>
          <a:custGeom>
            <a:avLst/>
            <a:gdLst/>
            <a:ahLst/>
            <a:cxnLst/>
            <a:rect l="l" t="t" r="r" b="b"/>
            <a:pathLst>
              <a:path w="3248842" h="2380886">
                <a:moveTo>
                  <a:pt x="1194785" y="1472263"/>
                </a:moveTo>
                <a:cubicBezTo>
                  <a:pt x="1150014" y="1472263"/>
                  <a:pt x="1113720" y="1508557"/>
                  <a:pt x="1113720" y="1553328"/>
                </a:cubicBezTo>
                <a:lnTo>
                  <a:pt x="1113720" y="1600880"/>
                </a:lnTo>
                <a:cubicBezTo>
                  <a:pt x="1113720" y="1645651"/>
                  <a:pt x="1150014" y="1681945"/>
                  <a:pt x="1194785" y="1681945"/>
                </a:cubicBezTo>
                <a:lnTo>
                  <a:pt x="2067186" y="1681945"/>
                </a:lnTo>
                <a:cubicBezTo>
                  <a:pt x="2111957" y="1681945"/>
                  <a:pt x="2148251" y="1645651"/>
                  <a:pt x="2148251" y="1600880"/>
                </a:cubicBezTo>
                <a:lnTo>
                  <a:pt x="2148251" y="1553328"/>
                </a:lnTo>
                <a:cubicBezTo>
                  <a:pt x="2148251" y="1508557"/>
                  <a:pt x="2111957" y="1472263"/>
                  <a:pt x="2067186" y="1472263"/>
                </a:cubicBezTo>
                <a:close/>
                <a:moveTo>
                  <a:pt x="2582402" y="986449"/>
                </a:moveTo>
                <a:cubicBezTo>
                  <a:pt x="2477247" y="986449"/>
                  <a:pt x="2392002" y="1071694"/>
                  <a:pt x="2392002" y="1176848"/>
                </a:cubicBezTo>
                <a:cubicBezTo>
                  <a:pt x="2392002" y="1282003"/>
                  <a:pt x="2477247" y="1367248"/>
                  <a:pt x="2582402" y="1367248"/>
                </a:cubicBezTo>
                <a:cubicBezTo>
                  <a:pt x="2687557" y="1367248"/>
                  <a:pt x="2772801" y="1282003"/>
                  <a:pt x="2772801" y="1176848"/>
                </a:cubicBezTo>
                <a:cubicBezTo>
                  <a:pt x="2772801" y="1071694"/>
                  <a:pt x="2687557" y="986449"/>
                  <a:pt x="2582402" y="986449"/>
                </a:cubicBezTo>
                <a:close/>
                <a:moveTo>
                  <a:pt x="679570" y="986449"/>
                </a:moveTo>
                <a:cubicBezTo>
                  <a:pt x="574415" y="986449"/>
                  <a:pt x="489171" y="1071694"/>
                  <a:pt x="489171" y="1176848"/>
                </a:cubicBezTo>
                <a:cubicBezTo>
                  <a:pt x="489171" y="1282003"/>
                  <a:pt x="574415" y="1367248"/>
                  <a:pt x="679570" y="1367248"/>
                </a:cubicBezTo>
                <a:cubicBezTo>
                  <a:pt x="784725" y="1367248"/>
                  <a:pt x="869970" y="1282003"/>
                  <a:pt x="869970" y="1176848"/>
                </a:cubicBezTo>
                <a:cubicBezTo>
                  <a:pt x="869970" y="1071694"/>
                  <a:pt x="784725" y="986449"/>
                  <a:pt x="679570" y="986449"/>
                </a:cubicBezTo>
                <a:close/>
                <a:moveTo>
                  <a:pt x="867954" y="155801"/>
                </a:moveTo>
                <a:lnTo>
                  <a:pt x="726849" y="858549"/>
                </a:lnTo>
                <a:lnTo>
                  <a:pt x="2535122" y="858549"/>
                </a:lnTo>
                <a:lnTo>
                  <a:pt x="2394017" y="155801"/>
                </a:lnTo>
                <a:close/>
                <a:moveTo>
                  <a:pt x="677268" y="0"/>
                </a:moveTo>
                <a:lnTo>
                  <a:pt x="2584703" y="0"/>
                </a:lnTo>
                <a:lnTo>
                  <a:pt x="2736658" y="607820"/>
                </a:lnTo>
                <a:cubicBezTo>
                  <a:pt x="2766265" y="579906"/>
                  <a:pt x="2806392" y="564164"/>
                  <a:pt x="2850195" y="564164"/>
                </a:cubicBezTo>
                <a:lnTo>
                  <a:pt x="3069929" y="564164"/>
                </a:lnTo>
                <a:cubicBezTo>
                  <a:pt x="3168740" y="564164"/>
                  <a:pt x="3248842" y="644266"/>
                  <a:pt x="3248842" y="743077"/>
                </a:cubicBezTo>
                <a:lnTo>
                  <a:pt x="3248842" y="792706"/>
                </a:lnTo>
                <a:cubicBezTo>
                  <a:pt x="3248842" y="891517"/>
                  <a:pt x="3168740" y="971619"/>
                  <a:pt x="3069929" y="971619"/>
                </a:cubicBezTo>
                <a:lnTo>
                  <a:pt x="3054536" y="971619"/>
                </a:lnTo>
                <a:cubicBezTo>
                  <a:pt x="3060628" y="989042"/>
                  <a:pt x="3063411" y="1007758"/>
                  <a:pt x="3063411" y="1027125"/>
                </a:cubicBezTo>
                <a:lnTo>
                  <a:pt x="3063411" y="2015961"/>
                </a:lnTo>
                <a:lnTo>
                  <a:pt x="2889080" y="2015961"/>
                </a:lnTo>
                <a:lnTo>
                  <a:pt x="2889080" y="2260325"/>
                </a:lnTo>
                <a:cubicBezTo>
                  <a:pt x="2889080" y="2326909"/>
                  <a:pt x="2835102" y="2380886"/>
                  <a:pt x="2768518" y="2380886"/>
                </a:cubicBezTo>
                <a:lnTo>
                  <a:pt x="2286284" y="2380886"/>
                </a:lnTo>
                <a:cubicBezTo>
                  <a:pt x="2219700" y="2380886"/>
                  <a:pt x="2165723" y="2326909"/>
                  <a:pt x="2165723" y="2260325"/>
                </a:cubicBezTo>
                <a:lnTo>
                  <a:pt x="2165723" y="2015961"/>
                </a:lnTo>
                <a:lnTo>
                  <a:pt x="1096248" y="2015961"/>
                </a:lnTo>
                <a:lnTo>
                  <a:pt x="1096248" y="2260325"/>
                </a:lnTo>
                <a:cubicBezTo>
                  <a:pt x="1096248" y="2326909"/>
                  <a:pt x="1042270" y="2380886"/>
                  <a:pt x="975686" y="2380886"/>
                </a:cubicBezTo>
                <a:lnTo>
                  <a:pt x="493453" y="2380886"/>
                </a:lnTo>
                <a:cubicBezTo>
                  <a:pt x="426869" y="2380886"/>
                  <a:pt x="372891" y="2326909"/>
                  <a:pt x="372891" y="2260325"/>
                </a:cubicBezTo>
                <a:lnTo>
                  <a:pt x="372891" y="2015961"/>
                </a:lnTo>
                <a:lnTo>
                  <a:pt x="198560" y="2015961"/>
                </a:lnTo>
                <a:lnTo>
                  <a:pt x="198560" y="1027125"/>
                </a:lnTo>
                <a:cubicBezTo>
                  <a:pt x="198560" y="1007758"/>
                  <a:pt x="201343" y="989042"/>
                  <a:pt x="207435" y="971619"/>
                </a:cubicBezTo>
                <a:lnTo>
                  <a:pt x="178913" y="971619"/>
                </a:lnTo>
                <a:cubicBezTo>
                  <a:pt x="80102" y="971619"/>
                  <a:pt x="0" y="891517"/>
                  <a:pt x="0" y="792706"/>
                </a:cubicBezTo>
                <a:lnTo>
                  <a:pt x="0" y="743077"/>
                </a:lnTo>
                <a:cubicBezTo>
                  <a:pt x="0" y="644266"/>
                  <a:pt x="80102" y="564164"/>
                  <a:pt x="178913" y="564164"/>
                </a:cubicBezTo>
                <a:lnTo>
                  <a:pt x="398647" y="564164"/>
                </a:lnTo>
                <a:cubicBezTo>
                  <a:pt x="447310" y="564164"/>
                  <a:pt x="491436" y="583593"/>
                  <a:pt x="523419" y="615395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50559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0" y="188579"/>
            <a:ext cx="9144000" cy="576064"/>
          </a:xfrm>
        </p:spPr>
        <p:txBody>
          <a:bodyPr/>
          <a:lstStyle/>
          <a:p>
            <a:r>
              <a:rPr lang="en-US" altLang="ko-KR" dirty="0"/>
              <a:t>State Graph</a:t>
            </a:r>
            <a:endParaRPr lang="ko-KR" altLang="en-US" dirty="0"/>
          </a:p>
        </p:txBody>
      </p:sp>
      <p:sp>
        <p:nvSpPr>
          <p:cNvPr id="8" name="Half Frame 7"/>
          <p:cNvSpPr/>
          <p:nvPr/>
        </p:nvSpPr>
        <p:spPr>
          <a:xfrm rot="10800000">
            <a:off x="4420296" y="1743087"/>
            <a:ext cx="914400" cy="914400"/>
          </a:xfrm>
          <a:prstGeom prst="halfFrame">
            <a:avLst>
              <a:gd name="adj1" fmla="val 8333"/>
              <a:gd name="adj2" fmla="val 8333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C6F8358D-9E39-41F0-7943-7A0CF560B8B8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01" b="2501"/>
          <a:stretch>
            <a:fillRect/>
          </a:stretch>
        </p:blipFill>
        <p:spPr>
          <a:xfrm>
            <a:off x="2159732" y="843558"/>
            <a:ext cx="4824536" cy="3822426"/>
          </a:xfrm>
          <a:prstGeom prst="rect">
            <a:avLst/>
          </a:prstGeom>
          <a:solidFill>
            <a:prstClr val="white">
              <a:lumMod val="95000"/>
            </a:prstClr>
          </a:solidFill>
        </p:spPr>
      </p:pic>
    </p:spTree>
    <p:extLst>
      <p:ext uri="{BB962C8B-B14F-4D97-AF65-F5344CB8AC3E}">
        <p14:creationId xmlns:p14="http://schemas.microsoft.com/office/powerpoint/2010/main" val="2140633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0EB3A-FCCA-A1ED-7361-4CB7EEC4C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D8AB3-F1BE-CA1C-3900-12B896B01F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88579"/>
            <a:ext cx="9144000" cy="576064"/>
          </a:xfrm>
        </p:spPr>
        <p:txBody>
          <a:bodyPr/>
          <a:lstStyle/>
          <a:p>
            <a:r>
              <a:rPr lang="en-US" altLang="ko-KR" dirty="0"/>
              <a:t>1. Professional Project Structure</a:t>
            </a:r>
            <a:endParaRPr lang="ko-KR" altLang="en-US" dirty="0"/>
          </a:p>
        </p:txBody>
      </p:sp>
      <p:sp>
        <p:nvSpPr>
          <p:cNvPr id="8" name="Half Frame 7">
            <a:extLst>
              <a:ext uri="{FF2B5EF4-FFF2-40B4-BE49-F238E27FC236}">
                <a16:creationId xmlns:a16="http://schemas.microsoft.com/office/drawing/2014/main" id="{F01EC99C-87A3-5998-FF58-9C7AED791D07}"/>
              </a:ext>
            </a:extLst>
          </p:cNvPr>
          <p:cNvSpPr/>
          <p:nvPr/>
        </p:nvSpPr>
        <p:spPr>
          <a:xfrm rot="10800000">
            <a:off x="4420296" y="1743087"/>
            <a:ext cx="914400" cy="914400"/>
          </a:xfrm>
          <a:prstGeom prst="halfFrame">
            <a:avLst>
              <a:gd name="adj1" fmla="val 8333"/>
              <a:gd name="adj2" fmla="val 8333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D96936-CA5E-D4D0-20E1-A68F9D9F5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132" y="699542"/>
            <a:ext cx="3752328" cy="4443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087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0D198-E14D-2B3D-B9F3-A282E7D91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6065869-89C7-466A-F378-15463561CB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88579"/>
            <a:ext cx="9144000" cy="576064"/>
          </a:xfrm>
        </p:spPr>
        <p:txBody>
          <a:bodyPr/>
          <a:lstStyle/>
          <a:p>
            <a:r>
              <a:rPr lang="en-US" altLang="ko-KR" dirty="0"/>
              <a:t>2. Local LLM with </a:t>
            </a:r>
            <a:r>
              <a:rPr lang="en-US" altLang="ko-KR" dirty="0" err="1"/>
              <a:t>Ollama</a:t>
            </a:r>
            <a:endParaRPr lang="ko-KR" altLang="en-US" dirty="0"/>
          </a:p>
        </p:txBody>
      </p:sp>
      <p:sp>
        <p:nvSpPr>
          <p:cNvPr id="8" name="Half Frame 7">
            <a:extLst>
              <a:ext uri="{FF2B5EF4-FFF2-40B4-BE49-F238E27FC236}">
                <a16:creationId xmlns:a16="http://schemas.microsoft.com/office/drawing/2014/main" id="{F66F1F4C-A2DE-253D-2474-974805C07B48}"/>
              </a:ext>
            </a:extLst>
          </p:cNvPr>
          <p:cNvSpPr/>
          <p:nvPr/>
        </p:nvSpPr>
        <p:spPr>
          <a:xfrm rot="10800000">
            <a:off x="4420296" y="1743087"/>
            <a:ext cx="914400" cy="914400"/>
          </a:xfrm>
          <a:prstGeom prst="halfFrame">
            <a:avLst>
              <a:gd name="adj1" fmla="val 8333"/>
              <a:gd name="adj2" fmla="val 8333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989751-B7C3-EF6C-7838-0472860B97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632" y="1888297"/>
            <a:ext cx="7275231" cy="1078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495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307AC-89EB-66C2-8A9D-844A5CB4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862605-AF44-BB71-D76F-ED282B6A55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88579"/>
            <a:ext cx="9144000" cy="576064"/>
          </a:xfrm>
        </p:spPr>
        <p:txBody>
          <a:bodyPr/>
          <a:lstStyle/>
          <a:p>
            <a:r>
              <a:rPr lang="en-US" altLang="ko-KR" dirty="0"/>
              <a:t>2. Local LLM with </a:t>
            </a:r>
            <a:r>
              <a:rPr lang="en-US" altLang="ko-KR" dirty="0" err="1"/>
              <a:t>Ollama</a:t>
            </a:r>
            <a:endParaRPr lang="ko-KR" altLang="en-US" dirty="0"/>
          </a:p>
        </p:txBody>
      </p:sp>
      <p:sp>
        <p:nvSpPr>
          <p:cNvPr id="8" name="Half Frame 7">
            <a:extLst>
              <a:ext uri="{FF2B5EF4-FFF2-40B4-BE49-F238E27FC236}">
                <a16:creationId xmlns:a16="http://schemas.microsoft.com/office/drawing/2014/main" id="{939565E0-D16D-FB19-557D-6A652081CD98}"/>
              </a:ext>
            </a:extLst>
          </p:cNvPr>
          <p:cNvSpPr/>
          <p:nvPr/>
        </p:nvSpPr>
        <p:spPr>
          <a:xfrm rot="10800000">
            <a:off x="4420296" y="1743087"/>
            <a:ext cx="914400" cy="914400"/>
          </a:xfrm>
          <a:prstGeom prst="halfFrame">
            <a:avLst>
              <a:gd name="adj1" fmla="val 8333"/>
              <a:gd name="adj2" fmla="val 8333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D4BCAE-9D96-032E-B37F-CAB318B354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499" y="1059582"/>
            <a:ext cx="7903001" cy="4083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383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92DD5-0654-3AEA-1345-C728F1A60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53844-8988-0206-53F0-6F407908F4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88579"/>
            <a:ext cx="9144000" cy="576064"/>
          </a:xfrm>
        </p:spPr>
        <p:txBody>
          <a:bodyPr/>
          <a:lstStyle/>
          <a:p>
            <a:r>
              <a:rPr lang="en-US" altLang="ko-KR" dirty="0"/>
              <a:t>3. Vector DB</a:t>
            </a:r>
            <a:endParaRPr lang="ko-KR" altLang="en-US" dirty="0"/>
          </a:p>
        </p:txBody>
      </p:sp>
      <p:sp>
        <p:nvSpPr>
          <p:cNvPr id="8" name="Half Frame 7">
            <a:extLst>
              <a:ext uri="{FF2B5EF4-FFF2-40B4-BE49-F238E27FC236}">
                <a16:creationId xmlns:a16="http://schemas.microsoft.com/office/drawing/2014/main" id="{3541D4FE-6C09-F3EA-9EBD-A0D80FD613C4}"/>
              </a:ext>
            </a:extLst>
          </p:cNvPr>
          <p:cNvSpPr/>
          <p:nvPr/>
        </p:nvSpPr>
        <p:spPr>
          <a:xfrm rot="10800000">
            <a:off x="4420296" y="1743087"/>
            <a:ext cx="914400" cy="914400"/>
          </a:xfrm>
          <a:prstGeom prst="halfFrame">
            <a:avLst>
              <a:gd name="adj1" fmla="val 8333"/>
              <a:gd name="adj2" fmla="val 8333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127DFF-C53C-45ED-D5CA-487A3369E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843558"/>
            <a:ext cx="8280920" cy="4299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395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94A05-68D0-BF21-7EEF-6762C0D3E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491588D-0A2E-34A0-5410-84CD4B399E8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88579"/>
            <a:ext cx="9144000" cy="576064"/>
          </a:xfrm>
        </p:spPr>
        <p:txBody>
          <a:bodyPr/>
          <a:lstStyle/>
          <a:p>
            <a:r>
              <a:rPr lang="en-US" altLang="ko-KR" dirty="0"/>
              <a:t>4. Streamlit UI</a:t>
            </a:r>
            <a:endParaRPr lang="ko-KR" altLang="en-US" dirty="0"/>
          </a:p>
        </p:txBody>
      </p:sp>
      <p:sp>
        <p:nvSpPr>
          <p:cNvPr id="8" name="Half Frame 7">
            <a:extLst>
              <a:ext uri="{FF2B5EF4-FFF2-40B4-BE49-F238E27FC236}">
                <a16:creationId xmlns:a16="http://schemas.microsoft.com/office/drawing/2014/main" id="{E7307309-6E2A-0370-9B45-9B9D77A8FCC9}"/>
              </a:ext>
            </a:extLst>
          </p:cNvPr>
          <p:cNvSpPr/>
          <p:nvPr/>
        </p:nvSpPr>
        <p:spPr>
          <a:xfrm rot="10800000">
            <a:off x="4420296" y="1743087"/>
            <a:ext cx="914400" cy="914400"/>
          </a:xfrm>
          <a:prstGeom prst="halfFrame">
            <a:avLst>
              <a:gd name="adj1" fmla="val 8333"/>
              <a:gd name="adj2" fmla="val 8333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5991A6-5091-D6A0-A56F-7C23122831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632" y="1888297"/>
            <a:ext cx="7275231" cy="107887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CD9BE95-9E6D-A17A-8520-49F8B6BB9A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384" y="893153"/>
            <a:ext cx="8163232" cy="403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1059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F5CAC-5D05-75CF-B285-8F60339AB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206F032-D154-7EA4-D5A6-5EACD28339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Commands</a:t>
            </a:r>
          </a:p>
        </p:txBody>
      </p:sp>
    </p:spTree>
    <p:extLst>
      <p:ext uri="{BB962C8B-B14F-4D97-AF65-F5344CB8AC3E}">
        <p14:creationId xmlns:p14="http://schemas.microsoft.com/office/powerpoint/2010/main" val="14842281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One Columns Style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195736" y="1197160"/>
            <a:ext cx="1816230" cy="338554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rgbClr val="444342"/>
                </a:solidFill>
                <a:cs typeface="Arial" pitchFamily="34" charset="0"/>
              </a:rPr>
              <a:t>Your Text Here</a:t>
            </a:r>
            <a:endParaRPr lang="ko-KR" altLang="en-US" sz="1600" b="1" dirty="0">
              <a:solidFill>
                <a:srgbClr val="444342"/>
              </a:solidFill>
              <a:cs typeface="Arial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85851" y="1535714"/>
            <a:ext cx="36000" cy="360778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178052" y="1197160"/>
            <a:ext cx="478643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solidFill>
                <a:schemeClr val="bg1"/>
              </a:solidFill>
              <a:cs typeface="Arial" pitchFamily="34" charset="0"/>
            </a:endParaRPr>
          </a:p>
          <a:p>
            <a:r>
              <a:rPr lang="en-US" altLang="ko-KR" dirty="0">
                <a:solidFill>
                  <a:schemeClr val="bg1"/>
                </a:solidFill>
                <a:cs typeface="Arial" pitchFamily="34" charset="0"/>
              </a:rPr>
              <a:t>uv run python -m src.ingest_knowledge</a:t>
            </a:r>
          </a:p>
          <a:p>
            <a:endParaRPr lang="en-US" altLang="ko-KR" dirty="0">
              <a:solidFill>
                <a:schemeClr val="bg1"/>
              </a:solidFill>
              <a:cs typeface="Arial" pitchFamily="34" charset="0"/>
            </a:endParaRPr>
          </a:p>
          <a:p>
            <a:r>
              <a:rPr lang="en-US" altLang="ko-KR" dirty="0">
                <a:solidFill>
                  <a:schemeClr val="bg1"/>
                </a:solidFill>
                <a:cs typeface="Arial" pitchFamily="34" charset="0"/>
              </a:rPr>
              <a:t>uv run python graph_gen.py </a:t>
            </a:r>
          </a:p>
          <a:p>
            <a:endParaRPr lang="en-US" altLang="ko-KR" dirty="0">
              <a:solidFill>
                <a:schemeClr val="bg1"/>
              </a:solidFill>
              <a:cs typeface="Arial" pitchFamily="34" charset="0"/>
            </a:endParaRPr>
          </a:p>
          <a:p>
            <a:r>
              <a:rPr lang="en-US" altLang="ko-KR" dirty="0">
                <a:solidFill>
                  <a:schemeClr val="bg1"/>
                </a:solidFill>
                <a:cs typeface="Arial" pitchFamily="34" charset="0"/>
              </a:rPr>
              <a:t>uv run streamlit run src/app.py </a:t>
            </a:r>
          </a:p>
          <a:p>
            <a:endParaRPr lang="en-US" altLang="ko-KR" dirty="0">
              <a:solidFill>
                <a:schemeClr val="bg1"/>
              </a:solidFill>
              <a:cs typeface="Arial" pitchFamily="34" charset="0"/>
            </a:endParaRPr>
          </a:p>
          <a:p>
            <a:r>
              <a:rPr lang="en-US" altLang="ko-KR" dirty="0" err="1">
                <a:solidFill>
                  <a:schemeClr val="bg1"/>
                </a:solidFill>
                <a:cs typeface="Arial" pitchFamily="34" charset="0"/>
              </a:rPr>
              <a:t>uvx</a:t>
            </a:r>
            <a:r>
              <a:rPr lang="en-US" altLang="ko-KR" dirty="0">
                <a:solidFill>
                  <a:schemeClr val="bg1"/>
                </a:solidFill>
                <a:cs typeface="Arial" pitchFamily="34" charset="0"/>
              </a:rPr>
              <a:t> langflow run --host 127.0.0.1 --port 7860</a:t>
            </a:r>
          </a:p>
          <a:p>
            <a:endParaRPr lang="en-US" altLang="ko-KR" dirty="0">
              <a:solidFill>
                <a:schemeClr val="bg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8571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Working Demo</a:t>
            </a:r>
          </a:p>
        </p:txBody>
      </p:sp>
    </p:spTree>
    <p:extLst>
      <p:ext uri="{BB962C8B-B14F-4D97-AF65-F5344CB8AC3E}">
        <p14:creationId xmlns:p14="http://schemas.microsoft.com/office/powerpoint/2010/main" val="31012342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FC308-27D5-22CE-C85B-4566897ED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1182810-E347-3ED3-F11F-8C1969E481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GitHub Repository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39CC1D-5ACC-B09F-2B00-5A3437451D17}"/>
              </a:ext>
            </a:extLst>
          </p:cNvPr>
          <p:cNvSpPr txBox="1"/>
          <p:nvPr/>
        </p:nvSpPr>
        <p:spPr>
          <a:xfrm>
            <a:off x="2411760" y="4083918"/>
            <a:ext cx="56166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https://github.com/saud4041/medical-agentic-system</a:t>
            </a:r>
          </a:p>
        </p:txBody>
      </p:sp>
    </p:spTree>
    <p:extLst>
      <p:ext uri="{BB962C8B-B14F-4D97-AF65-F5344CB8AC3E}">
        <p14:creationId xmlns:p14="http://schemas.microsoft.com/office/powerpoint/2010/main" val="39254586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5C0A2-B635-2003-8131-91174D72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5A9744D-2E65-118D-FDD4-977EC4DD4A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Q&amp;A Session</a:t>
            </a:r>
          </a:p>
        </p:txBody>
      </p:sp>
    </p:spTree>
    <p:extLst>
      <p:ext uri="{BB962C8B-B14F-4D97-AF65-F5344CB8AC3E}">
        <p14:creationId xmlns:p14="http://schemas.microsoft.com/office/powerpoint/2010/main" val="2621170082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ALLPPT-COLOR-A15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44342"/>
      </a:accent1>
      <a:accent2>
        <a:srgbClr val="FFC000"/>
      </a:accent2>
      <a:accent3>
        <a:srgbClr val="444342"/>
      </a:accent3>
      <a:accent4>
        <a:srgbClr val="FFC000"/>
      </a:accent4>
      <a:accent5>
        <a:srgbClr val="444342"/>
      </a:accent5>
      <a:accent6>
        <a:srgbClr val="FFC000"/>
      </a:accent6>
      <a:hlink>
        <a:srgbClr val="FFFFFF"/>
      </a:hlink>
      <a:folHlink>
        <a:srgbClr val="FFFFFF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tents Slide Master">
  <a:themeElements>
    <a:clrScheme name="ALLPPT-COLOR-A15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44342"/>
      </a:accent1>
      <a:accent2>
        <a:srgbClr val="FFC000"/>
      </a:accent2>
      <a:accent3>
        <a:srgbClr val="444342"/>
      </a:accent3>
      <a:accent4>
        <a:srgbClr val="FFC000"/>
      </a:accent4>
      <a:accent5>
        <a:srgbClr val="444342"/>
      </a:accent5>
      <a:accent6>
        <a:srgbClr val="FFC000"/>
      </a:accent6>
      <a:hlink>
        <a:srgbClr val="FFFFFF"/>
      </a:hlink>
      <a:folHlink>
        <a:srgbClr val="FFFFFF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C000"/>
        </a:solidFill>
        <a:ln>
          <a:noFill/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3.xml><?xml version="1.0" encoding="utf-8"?>
<a:theme xmlns:a="http://schemas.openxmlformats.org/drawingml/2006/main" name="Section Break Slide Master">
  <a:themeElements>
    <a:clrScheme name="ALLPPT-COLOR-A15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44342"/>
      </a:accent1>
      <a:accent2>
        <a:srgbClr val="FFC000"/>
      </a:accent2>
      <a:accent3>
        <a:srgbClr val="444342"/>
      </a:accent3>
      <a:accent4>
        <a:srgbClr val="FFC000"/>
      </a:accent4>
      <a:accent5>
        <a:srgbClr val="444342"/>
      </a:accent5>
      <a:accent6>
        <a:srgbClr val="FFC000"/>
      </a:accent6>
      <a:hlink>
        <a:srgbClr val="FFFFFF"/>
      </a:hlink>
      <a:folHlink>
        <a:srgbClr val="FFFFFF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1740</TotalTime>
  <Words>120</Words>
  <Application>Microsoft Office PowerPoint</Application>
  <PresentationFormat>On-screen Show (16:9)</PresentationFormat>
  <Paragraphs>33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맑은 고딕</vt:lpstr>
      <vt:lpstr>Arial</vt:lpstr>
      <vt:lpstr>Arial Unicode MS</vt:lpstr>
      <vt:lpstr>Cover and End Slide Master</vt:lpstr>
      <vt:lpstr>Contents Slide Master</vt:lpstr>
      <vt:lpstr>Section Break Slide Master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googleslidesppt.com;allppt.com</dc:creator>
  <cp:lastModifiedBy>hp</cp:lastModifiedBy>
  <cp:revision>100</cp:revision>
  <dcterms:created xsi:type="dcterms:W3CDTF">2016-12-05T23:26:54Z</dcterms:created>
  <dcterms:modified xsi:type="dcterms:W3CDTF">2026-10-10T03:58:46Z</dcterms:modified>
</cp:coreProperties>
</file>